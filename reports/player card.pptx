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7" r:id="rId2"/>
    <p:sldId id="279" r:id="rId3"/>
    <p:sldId id="281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6247" autoAdjust="0"/>
  </p:normalViewPr>
  <p:slideViewPr>
    <p:cSldViewPr snapToGrid="0">
      <p:cViewPr>
        <p:scale>
          <a:sx n="80" d="100"/>
          <a:sy n="80" d="100"/>
        </p:scale>
        <p:origin x="329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81704-F53E-4FBC-BD34-DA8015EBBA13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C7B8E-52AE-445C-842A-0103A6D9A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253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C7B8E-52AE-445C-842A-0103A6D9A61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484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C7B8E-52AE-445C-842A-0103A6D9A61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819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1A0E0-A6EB-DB76-286E-005AAB30B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DECD9-8415-E7CF-7E8B-8B00DFC3D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DB205-70A4-74E7-2C11-58901BFE2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5E6ED-5E49-4EFB-EF59-B340BA1B0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C7B8E-52AE-445C-842A-0103A6D9A61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21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C7C3-9CD2-42C8-BE85-3E449F2B8188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EBBB-27A0-4275-A32C-08A503C0B9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26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C7C3-9CD2-42C8-BE85-3E449F2B8188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EBBB-27A0-4275-A32C-08A503C0B9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555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C7C3-9CD2-42C8-BE85-3E449F2B8188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EBBB-27A0-4275-A32C-08A503C0B9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62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C7C3-9CD2-42C8-BE85-3E449F2B8188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EBBB-27A0-4275-A32C-08A503C0B9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068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C7C3-9CD2-42C8-BE85-3E449F2B8188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EBBB-27A0-4275-A32C-08A503C0B9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11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C7C3-9CD2-42C8-BE85-3E449F2B8188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EBBB-27A0-4275-A32C-08A503C0B9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655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C7C3-9CD2-42C8-BE85-3E449F2B8188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EBBB-27A0-4275-A32C-08A503C0B9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059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C7C3-9CD2-42C8-BE85-3E449F2B8188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EBBB-27A0-4275-A32C-08A503C0B9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306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C7C3-9CD2-42C8-BE85-3E449F2B8188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EBBB-27A0-4275-A32C-08A503C0B9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08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C7C3-9CD2-42C8-BE85-3E449F2B8188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EBBB-27A0-4275-A32C-08A503C0B9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868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C7C3-9CD2-42C8-BE85-3E449F2B8188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EBBB-27A0-4275-A32C-08A503C0B9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32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AC7C3-9CD2-42C8-BE85-3E449F2B8188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AEBBB-27A0-4275-A32C-08A503C0B9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30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FD70693-50E9-4800-4751-45F31660196B}"/>
              </a:ext>
            </a:extLst>
          </p:cNvPr>
          <p:cNvSpPr txBox="1"/>
          <p:nvPr/>
        </p:nvSpPr>
        <p:spPr>
          <a:xfrm>
            <a:off x="214123" y="4592693"/>
            <a:ext cx="2243435" cy="401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11" b="1" dirty="0"/>
              <a:t>Player Card Sample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996B73-15C6-408F-4628-1A1E2E6374D2}"/>
              </a:ext>
            </a:extLst>
          </p:cNvPr>
          <p:cNvSpPr txBox="1"/>
          <p:nvPr/>
        </p:nvSpPr>
        <p:spPr>
          <a:xfrm>
            <a:off x="847629" y="5010570"/>
            <a:ext cx="184731" cy="218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823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EAE8ED-1B8C-2C57-7A15-564F95A2F9F7}"/>
              </a:ext>
            </a:extLst>
          </p:cNvPr>
          <p:cNvSpPr txBox="1"/>
          <p:nvPr/>
        </p:nvSpPr>
        <p:spPr>
          <a:xfrm>
            <a:off x="214123" y="4951506"/>
            <a:ext cx="772969" cy="4159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23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 </a:t>
            </a:r>
            <a:r>
              <a:rPr lang="tr-TR" sz="823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Can SAHIN</a:t>
            </a:r>
            <a:endParaRPr lang="en-GB" sz="823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GB" sz="457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Created on 16 Oct 2025 </a:t>
            </a:r>
          </a:p>
          <a:p>
            <a:endParaRPr lang="en-GB" sz="823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349A0D-C9EA-7155-7B1B-5B54AE101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129" y="4021736"/>
            <a:ext cx="1543692" cy="15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08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F802-B76F-BC73-C570-9F903E85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19C886-77F6-1F88-1EEA-63E3C762D30A}"/>
              </a:ext>
            </a:extLst>
          </p:cNvPr>
          <p:cNvSpPr/>
          <p:nvPr/>
        </p:nvSpPr>
        <p:spPr>
          <a:xfrm>
            <a:off x="0" y="0"/>
            <a:ext cx="6858000" cy="83807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23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1A68B-B251-5E0D-8EFA-F3D17C5A997C}"/>
              </a:ext>
            </a:extLst>
          </p:cNvPr>
          <p:cNvSpPr txBox="1"/>
          <p:nvPr/>
        </p:nvSpPr>
        <p:spPr>
          <a:xfrm>
            <a:off x="157298" y="196263"/>
            <a:ext cx="1551219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50" b="1" dirty="0">
                <a:solidFill>
                  <a:schemeClr val="bg1"/>
                </a:solidFill>
                <a:ea typeface="Sans Serif Collection" panose="020B0502040504020204" pitchFamily="34" charset="0"/>
                <a:cs typeface="Sans Serif Collection" panose="020B0502040504020204" pitchFamily="34" charset="0"/>
              </a:rPr>
              <a:t>Tarik PHILLIP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84B4D7-9E17-9CD5-362C-F79EE0C0B204}"/>
              </a:ext>
            </a:extLst>
          </p:cNvPr>
          <p:cNvSpPr txBox="1"/>
          <p:nvPr/>
        </p:nvSpPr>
        <p:spPr>
          <a:xfrm>
            <a:off x="181533" y="512662"/>
            <a:ext cx="1603324" cy="218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23" dirty="0">
                <a:solidFill>
                  <a:srgbClr val="B0B0B0"/>
                </a:solidFill>
              </a:rPr>
              <a:t>#22 | London Lions | Guard | 6’2</a:t>
            </a:r>
            <a:endParaRPr lang="en-GB" sz="823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B7CDD4-A624-39D2-BC67-79A62E86641E}"/>
              </a:ext>
            </a:extLst>
          </p:cNvPr>
          <p:cNvCxnSpPr>
            <a:cxnSpLocks/>
          </p:cNvCxnSpPr>
          <p:nvPr/>
        </p:nvCxnSpPr>
        <p:spPr>
          <a:xfrm>
            <a:off x="0" y="850116"/>
            <a:ext cx="6858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B24FBE4-2EF8-23C4-7AF9-FD851DC30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428" y="59821"/>
            <a:ext cx="555369" cy="7357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09EAA3C-0937-90FF-A418-855D1E59B9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" t="179" r="-1095" b="42392"/>
          <a:stretch>
            <a:fillRect/>
          </a:stretch>
        </p:blipFill>
        <p:spPr>
          <a:xfrm>
            <a:off x="5568844" y="150481"/>
            <a:ext cx="901526" cy="68164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211717F-1E46-6861-BC25-1BCEC4742742}"/>
              </a:ext>
            </a:extLst>
          </p:cNvPr>
          <p:cNvCxnSpPr>
            <a:cxnSpLocks/>
          </p:cNvCxnSpPr>
          <p:nvPr/>
        </p:nvCxnSpPr>
        <p:spPr>
          <a:xfrm flipH="1">
            <a:off x="157882" y="2690971"/>
            <a:ext cx="6547438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3BA4D120-469F-2C4F-5922-5C672777F6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6" b="5919"/>
          <a:stretch>
            <a:fillRect/>
          </a:stretch>
        </p:blipFill>
        <p:spPr>
          <a:xfrm>
            <a:off x="183142" y="939502"/>
            <a:ext cx="6217797" cy="173347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F74BFD1-4065-D6B4-ED73-A7BB9CFD63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64" y="6474849"/>
            <a:ext cx="5249073" cy="328067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CC008F3-1F71-4FE7-CB91-DDB017C42F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2" t="4356" r="4825"/>
          <a:stretch>
            <a:fillRect/>
          </a:stretch>
        </p:blipFill>
        <p:spPr>
          <a:xfrm>
            <a:off x="181533" y="2849824"/>
            <a:ext cx="3209349" cy="3408599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882AEC7-F342-0B39-64D0-E78FB09C5D06}"/>
              </a:ext>
            </a:extLst>
          </p:cNvPr>
          <p:cNvCxnSpPr>
            <a:cxnSpLocks/>
          </p:cNvCxnSpPr>
          <p:nvPr/>
        </p:nvCxnSpPr>
        <p:spPr>
          <a:xfrm flipV="1">
            <a:off x="3429000" y="2849824"/>
            <a:ext cx="0" cy="322298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30A762A-AB81-9F7F-A178-9CD0F77858AE}"/>
              </a:ext>
            </a:extLst>
          </p:cNvPr>
          <p:cNvCxnSpPr>
            <a:cxnSpLocks/>
          </p:cNvCxnSpPr>
          <p:nvPr/>
        </p:nvCxnSpPr>
        <p:spPr>
          <a:xfrm flipH="1">
            <a:off x="157882" y="6365781"/>
            <a:ext cx="6547438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D5C0D47-8E32-EC80-B9C2-4D5EC5517E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516" y="2762359"/>
            <a:ext cx="2885318" cy="353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3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A2BE-7E1F-1588-7212-6411E418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49C6AE-CCF0-F19F-8BEE-11394CAC8E3C}"/>
              </a:ext>
            </a:extLst>
          </p:cNvPr>
          <p:cNvSpPr/>
          <p:nvPr/>
        </p:nvSpPr>
        <p:spPr>
          <a:xfrm>
            <a:off x="0" y="0"/>
            <a:ext cx="6858000" cy="83807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23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76A5F-1A4B-B86C-5B22-935B7C55A61E}"/>
              </a:ext>
            </a:extLst>
          </p:cNvPr>
          <p:cNvSpPr txBox="1"/>
          <p:nvPr/>
        </p:nvSpPr>
        <p:spPr>
          <a:xfrm>
            <a:off x="157298" y="196263"/>
            <a:ext cx="1551219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50" b="1" dirty="0">
                <a:solidFill>
                  <a:schemeClr val="bg1"/>
                </a:solidFill>
                <a:ea typeface="Sans Serif Collection" panose="020B0502040504020204" pitchFamily="34" charset="0"/>
                <a:cs typeface="Sans Serif Collection" panose="020B0502040504020204" pitchFamily="34" charset="0"/>
              </a:rPr>
              <a:t>Tarik PHILLIP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E26D7-858C-156D-72FC-D4A823DF4433}"/>
              </a:ext>
            </a:extLst>
          </p:cNvPr>
          <p:cNvSpPr txBox="1"/>
          <p:nvPr/>
        </p:nvSpPr>
        <p:spPr>
          <a:xfrm>
            <a:off x="181533" y="512662"/>
            <a:ext cx="1603324" cy="218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23" dirty="0">
                <a:solidFill>
                  <a:srgbClr val="B0B0B0"/>
                </a:solidFill>
              </a:rPr>
              <a:t>#22 | London Lions | Guard | 6’2</a:t>
            </a:r>
            <a:endParaRPr lang="en-GB" sz="823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9320CC-C7DB-F64A-A2E8-90223D6EF654}"/>
              </a:ext>
            </a:extLst>
          </p:cNvPr>
          <p:cNvCxnSpPr>
            <a:cxnSpLocks/>
          </p:cNvCxnSpPr>
          <p:nvPr/>
        </p:nvCxnSpPr>
        <p:spPr>
          <a:xfrm>
            <a:off x="0" y="850116"/>
            <a:ext cx="6858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3C81EF7-E0AF-C951-0649-5ABBB8E42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428" y="59821"/>
            <a:ext cx="555369" cy="7357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3F9156-43FC-363B-C37F-8177997A038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" t="179" r="-1095" b="42392"/>
          <a:stretch>
            <a:fillRect/>
          </a:stretch>
        </p:blipFill>
        <p:spPr>
          <a:xfrm>
            <a:off x="5568844" y="150481"/>
            <a:ext cx="901526" cy="68164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5D559DE-985E-CF85-A7BA-BF4A6B13558E}"/>
              </a:ext>
            </a:extLst>
          </p:cNvPr>
          <p:cNvCxnSpPr>
            <a:cxnSpLocks/>
          </p:cNvCxnSpPr>
          <p:nvPr/>
        </p:nvCxnSpPr>
        <p:spPr>
          <a:xfrm flipH="1">
            <a:off x="157882" y="3362022"/>
            <a:ext cx="6547438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02AE2C7-0AB8-6F0E-5767-9592753C6AC7}"/>
              </a:ext>
            </a:extLst>
          </p:cNvPr>
          <p:cNvCxnSpPr>
            <a:cxnSpLocks/>
          </p:cNvCxnSpPr>
          <p:nvPr/>
        </p:nvCxnSpPr>
        <p:spPr>
          <a:xfrm flipV="1">
            <a:off x="3429000" y="943872"/>
            <a:ext cx="0" cy="2343244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C33FB9D-4A49-EA4D-C499-A16E2D89D64F}"/>
              </a:ext>
            </a:extLst>
          </p:cNvPr>
          <p:cNvCxnSpPr>
            <a:cxnSpLocks/>
          </p:cNvCxnSpPr>
          <p:nvPr/>
        </p:nvCxnSpPr>
        <p:spPr>
          <a:xfrm flipH="1">
            <a:off x="157882" y="6498514"/>
            <a:ext cx="6547438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881EA25-3495-0CDC-024E-3E1B3D2ECF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33" y="6516150"/>
            <a:ext cx="3247467" cy="32474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3A4F7B-73A8-3483-6B3B-B6AD34F3F5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520" y="7564509"/>
            <a:ext cx="2864267" cy="11507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C3118D-8E13-3567-D3B3-2D2EA86AD7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533" y="3467825"/>
            <a:ext cx="3149879" cy="29515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F4D35A-6220-9B52-21E0-FE5B55862810}"/>
              </a:ext>
            </a:extLst>
          </p:cNvPr>
          <p:cNvSpPr txBox="1"/>
          <p:nvPr/>
        </p:nvSpPr>
        <p:spPr>
          <a:xfrm>
            <a:off x="157298" y="3467825"/>
            <a:ext cx="1348446" cy="217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13" b="1" dirty="0"/>
              <a:t>2024-25 Season Shot Chart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E9FB83-55BB-1CCB-3511-B7CF532185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520" y="4164775"/>
            <a:ext cx="2662614" cy="15764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0C3C88-5013-A1B8-571C-8E534F3A9A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51" y="943872"/>
            <a:ext cx="2369931" cy="23699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F3F7FF-F600-1E60-26BC-C862F1E017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689" y="917189"/>
            <a:ext cx="2369927" cy="236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60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1652</TotalTime>
  <Words>40</Words>
  <Application>Microsoft Office PowerPoint</Application>
  <PresentationFormat>A4 Paper (210x297 mm)</PresentationFormat>
  <Paragraphs>11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Sans Serif Collection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Can Sahin</dc:creator>
  <cp:lastModifiedBy>Can Sahin</cp:lastModifiedBy>
  <cp:revision>29</cp:revision>
  <dcterms:created xsi:type="dcterms:W3CDTF">2025-10-15T13:36:11Z</dcterms:created>
  <dcterms:modified xsi:type="dcterms:W3CDTF">2025-11-10T05:33:21Z</dcterms:modified>
</cp:coreProperties>
</file>