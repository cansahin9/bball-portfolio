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"/>
  </p:notesMasterIdLst>
  <p:sldIdLst>
    <p:sldId id="258" r:id="rId2"/>
    <p:sldId id="279" r:id="rId3"/>
    <p:sldId id="280" r:id="rId4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00" autoAdjust="0"/>
    <p:restoredTop sz="96247" autoAdjust="0"/>
  </p:normalViewPr>
  <p:slideViewPr>
    <p:cSldViewPr snapToGrid="0">
      <p:cViewPr>
        <p:scale>
          <a:sx n="60" d="100"/>
          <a:sy n="60" d="100"/>
        </p:scale>
        <p:origin x="3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0AB11-0C8E-40F1-9ABA-5DE6729EADF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A089E-5B7E-4570-A788-205B6059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93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484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81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9A09-F2F1-56AA-F591-B0697E3F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8485A-15F8-831E-D9F2-3CDFCBD1E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8F96F-3A80-5423-AB24-731248FDF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FF7F8-13BE-AAFD-95E9-1AA82BB48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197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29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54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267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19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0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92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4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29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030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7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32E49-8116-4690-9DE2-DA77DA87749E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40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FD70693-50E9-4800-4751-45F31660196B}"/>
              </a:ext>
            </a:extLst>
          </p:cNvPr>
          <p:cNvSpPr txBox="1"/>
          <p:nvPr/>
        </p:nvSpPr>
        <p:spPr>
          <a:xfrm>
            <a:off x="365077" y="5608659"/>
            <a:ext cx="5586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Postgame Report Card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96B73-15C6-408F-4628-1A1E2E6374D2}"/>
              </a:ext>
            </a:extLst>
          </p:cNvPr>
          <p:cNvSpPr txBox="1"/>
          <p:nvPr/>
        </p:nvSpPr>
        <p:spPr>
          <a:xfrm>
            <a:off x="2219230" y="6458371"/>
            <a:ext cx="184731" cy="218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823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EAE8ED-1B8C-2C57-7A15-564F95A2F9F7}"/>
              </a:ext>
            </a:extLst>
          </p:cNvPr>
          <p:cNvSpPr txBox="1"/>
          <p:nvPr/>
        </p:nvSpPr>
        <p:spPr>
          <a:xfrm>
            <a:off x="386668" y="6193434"/>
            <a:ext cx="3849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Vs Turk Telekom Ankara 29/10/2025</a:t>
            </a:r>
          </a:p>
          <a:p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349A0D-C9EA-7155-7B1B-5B54AE101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879" y="4640217"/>
            <a:ext cx="2548853" cy="254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5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F802-B76F-BC73-C570-9F903E85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19C886-77F6-1F88-1EEA-63E3C762D30A}"/>
              </a:ext>
            </a:extLst>
          </p:cNvPr>
          <p:cNvSpPr/>
          <p:nvPr/>
        </p:nvSpPr>
        <p:spPr>
          <a:xfrm>
            <a:off x="0" y="-1"/>
            <a:ext cx="9601200" cy="1214121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6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1A68B-B251-5E0D-8EFA-F3D17C5A997C}"/>
              </a:ext>
            </a:extLst>
          </p:cNvPr>
          <p:cNvSpPr txBox="1"/>
          <p:nvPr/>
        </p:nvSpPr>
        <p:spPr>
          <a:xfrm>
            <a:off x="191782" y="269358"/>
            <a:ext cx="503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a typeface="Sans Serif Collection" panose="020B0502040504020204" pitchFamily="34" charset="0"/>
                <a:cs typeface="Segoe UI" panose="020B0502040204020203" pitchFamily="34" charset="0"/>
              </a:rPr>
              <a:t>LONDON LIONS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84B4D7-9E17-9CD5-362C-F79EE0C0B204}"/>
              </a:ext>
            </a:extLst>
          </p:cNvPr>
          <p:cNvSpPr txBox="1"/>
          <p:nvPr/>
        </p:nvSpPr>
        <p:spPr>
          <a:xfrm>
            <a:off x="191782" y="746412"/>
            <a:ext cx="5175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B0B0B0"/>
                </a:solidFill>
              </a:rPr>
              <a:t>Postgame Report vs. Turk Telekom (22/10/2025) | Round 5</a:t>
            </a:r>
            <a:endParaRPr lang="en-GB" sz="16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B7CDD4-A624-39D2-BC67-79A62E86641E}"/>
              </a:ext>
            </a:extLst>
          </p:cNvPr>
          <p:cNvCxnSpPr>
            <a:cxnSpLocks/>
          </p:cNvCxnSpPr>
          <p:nvPr/>
        </p:nvCxnSpPr>
        <p:spPr>
          <a:xfrm>
            <a:off x="0" y="1214127"/>
            <a:ext cx="96012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B24FBE4-2EF8-23C4-7AF9-FD851DC30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292" y="40587"/>
            <a:ext cx="833229" cy="1103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082C41-8ED6-72D8-5697-B179B0196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5" t="12720" r="32790" b="16882"/>
          <a:stretch>
            <a:fillRect/>
          </a:stretch>
        </p:blipFill>
        <p:spPr>
          <a:xfrm>
            <a:off x="8219153" y="29440"/>
            <a:ext cx="948794" cy="1126168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82AEC7-F342-0B39-64D0-E78FB09C5D06}"/>
              </a:ext>
            </a:extLst>
          </p:cNvPr>
          <p:cNvCxnSpPr>
            <a:cxnSpLocks/>
          </p:cNvCxnSpPr>
          <p:nvPr/>
        </p:nvCxnSpPr>
        <p:spPr>
          <a:xfrm>
            <a:off x="6488596" y="1560181"/>
            <a:ext cx="0" cy="6507187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30A762A-AB81-9F7F-A178-9CD0F77858AE}"/>
              </a:ext>
            </a:extLst>
          </p:cNvPr>
          <p:cNvCxnSpPr>
            <a:cxnSpLocks/>
          </p:cNvCxnSpPr>
          <p:nvPr/>
        </p:nvCxnSpPr>
        <p:spPr>
          <a:xfrm flipH="1">
            <a:off x="234114" y="8232145"/>
            <a:ext cx="913297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3A262A5-5C47-DA64-EFEE-A7350F9697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840" y="3247826"/>
            <a:ext cx="3001798" cy="4872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C73265-AE8A-7E8F-7EBC-A666A68C73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840" y="1635503"/>
            <a:ext cx="3001845" cy="1500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85ED54-B26F-0932-D903-6954622E01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795" y="8343546"/>
            <a:ext cx="3908843" cy="18795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4BF914-AD59-E087-FF79-4C0884A5F2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75" y="10273247"/>
            <a:ext cx="4134433" cy="24806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60BC9D-70D4-82F5-449E-6BEDB0ADD3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34" y="8346890"/>
            <a:ext cx="4407016" cy="44070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335544-2B46-F1C0-4E71-7A57402387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15" y="5366007"/>
            <a:ext cx="6197533" cy="26702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3B62469-1C5F-4B0A-4E70-5EACDB02EB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36" y="2463667"/>
            <a:ext cx="6194210" cy="29149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A391DC-E299-A221-1077-563E807BC4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15" y="1411594"/>
            <a:ext cx="6197532" cy="113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3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037B-9DD3-06E2-5520-C255DBC3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130E45-D6C1-0880-5336-04EEFBDF3E1D}"/>
              </a:ext>
            </a:extLst>
          </p:cNvPr>
          <p:cNvSpPr/>
          <p:nvPr/>
        </p:nvSpPr>
        <p:spPr>
          <a:xfrm>
            <a:off x="0" y="-1"/>
            <a:ext cx="9601200" cy="1214121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6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34F99-DA00-CE1B-1740-E1C83913BDBE}"/>
              </a:ext>
            </a:extLst>
          </p:cNvPr>
          <p:cNvSpPr txBox="1"/>
          <p:nvPr/>
        </p:nvSpPr>
        <p:spPr>
          <a:xfrm>
            <a:off x="191782" y="269358"/>
            <a:ext cx="503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a typeface="Sans Serif Collection" panose="020B0502040504020204" pitchFamily="34" charset="0"/>
                <a:cs typeface="Segoe UI" panose="020B0502040204020203" pitchFamily="34" charset="0"/>
              </a:rPr>
              <a:t>TURK TELEKOM ANKARA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AA220-94C7-ABCF-FF70-B34F48454C37}"/>
              </a:ext>
            </a:extLst>
          </p:cNvPr>
          <p:cNvSpPr txBox="1"/>
          <p:nvPr/>
        </p:nvSpPr>
        <p:spPr>
          <a:xfrm>
            <a:off x="191782" y="746412"/>
            <a:ext cx="4488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B0B0B0"/>
                </a:solidFill>
              </a:rPr>
              <a:t>Postgame Report vs. Lions (29/10/2025) | Round 5</a:t>
            </a:r>
            <a:endParaRPr lang="en-GB" sz="16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E41C2F-BCBD-ABFE-A06C-CB6EF5FCBDFD}"/>
              </a:ext>
            </a:extLst>
          </p:cNvPr>
          <p:cNvCxnSpPr>
            <a:cxnSpLocks/>
          </p:cNvCxnSpPr>
          <p:nvPr/>
        </p:nvCxnSpPr>
        <p:spPr>
          <a:xfrm>
            <a:off x="0" y="1214127"/>
            <a:ext cx="96012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5415EE9-6C5B-DBCE-926D-D4EFC6450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5" t="12720" r="32790" b="16882"/>
          <a:stretch>
            <a:fillRect/>
          </a:stretch>
        </p:blipFill>
        <p:spPr>
          <a:xfrm>
            <a:off x="8219153" y="29440"/>
            <a:ext cx="948794" cy="1126168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958729F-6CB7-E300-F3DF-3F7B8FBE8C30}"/>
              </a:ext>
            </a:extLst>
          </p:cNvPr>
          <p:cNvCxnSpPr>
            <a:cxnSpLocks/>
          </p:cNvCxnSpPr>
          <p:nvPr/>
        </p:nvCxnSpPr>
        <p:spPr>
          <a:xfrm flipH="1">
            <a:off x="191780" y="7990963"/>
            <a:ext cx="9129201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008B1D-FDAF-6C97-DFB1-B3E630667E82}"/>
              </a:ext>
            </a:extLst>
          </p:cNvPr>
          <p:cNvCxnSpPr>
            <a:cxnSpLocks/>
          </p:cNvCxnSpPr>
          <p:nvPr/>
        </p:nvCxnSpPr>
        <p:spPr>
          <a:xfrm flipV="1">
            <a:off x="6594601" y="1528605"/>
            <a:ext cx="0" cy="638390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1CC47CF-846C-C24B-C8FD-25540ECD61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251" y="86608"/>
            <a:ext cx="1040902" cy="1040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42E0BC-F8BB-1FCF-7AAA-14CA36DF7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024" y="3257356"/>
            <a:ext cx="2868440" cy="46564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BADDCA-C73E-7279-1BB5-4CF8A27155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024" y="1801508"/>
            <a:ext cx="2911679" cy="14558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E910DB6-266C-875F-9056-BF6E39DA17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786" y="8068136"/>
            <a:ext cx="4088678" cy="19660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B0FC7C-024E-17AF-2CC8-96F4A7952F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901" y="10235534"/>
            <a:ext cx="4132431" cy="247945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2F5230A-A1BE-0E0C-9B23-C74104D1DE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47" y="8147277"/>
            <a:ext cx="4608820" cy="46088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25979F0-EA20-243B-6F10-489841B9C2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9" y="5257094"/>
            <a:ext cx="6288376" cy="270935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8096F64-8E98-4E60-8F75-738B70DBF07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9" y="2329461"/>
            <a:ext cx="6268590" cy="2949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90F200-3CF7-5DF9-DE9B-AB20647BA8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8" y="1281049"/>
            <a:ext cx="6268585" cy="114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0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12511</TotalTime>
  <Words>39</Words>
  <Application>Microsoft Office PowerPoint</Application>
  <PresentationFormat>A3 Paper (297x420 mm)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Sans Serif Collection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 Sahin</dc:creator>
  <cp:lastModifiedBy>Can Sahin</cp:lastModifiedBy>
  <cp:revision>54</cp:revision>
  <dcterms:created xsi:type="dcterms:W3CDTF">2025-10-21T01:39:25Z</dcterms:created>
  <dcterms:modified xsi:type="dcterms:W3CDTF">2025-10-30T04:10:04Z</dcterms:modified>
</cp:coreProperties>
</file>