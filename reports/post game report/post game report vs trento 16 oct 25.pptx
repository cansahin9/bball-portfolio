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5"/>
  </p:notesMasterIdLst>
  <p:sldIdLst>
    <p:sldId id="258" r:id="rId2"/>
    <p:sldId id="279" r:id="rId3"/>
    <p:sldId id="280" r:id="rId4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00" autoAdjust="0"/>
    <p:restoredTop sz="96247" autoAdjust="0"/>
  </p:normalViewPr>
  <p:slideViewPr>
    <p:cSldViewPr snapToGrid="0">
      <p:cViewPr>
        <p:scale>
          <a:sx n="60" d="100"/>
          <a:sy n="60" d="100"/>
        </p:scale>
        <p:origin x="33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00AB11-0C8E-40F1-9ABA-5DE6729EADFE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6A089E-5B7E-4570-A788-205B60593F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9934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1pPr>
    <a:lvl2pPr marL="610956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2pPr>
    <a:lvl3pPr marL="1221913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3pPr>
    <a:lvl4pPr marL="1832869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4pPr>
    <a:lvl5pPr marL="2443825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5pPr>
    <a:lvl6pPr marL="3054782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6pPr>
    <a:lvl7pPr marL="3665738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7pPr>
    <a:lvl8pPr marL="4276695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8pPr>
    <a:lvl9pPr marL="4887651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2C7B8E-52AE-445C-842A-0103A6D9A61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1484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2C7B8E-52AE-445C-842A-0103A6D9A61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58190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49A09-F2F1-56AA-F591-B0697E3FB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D8485A-15F8-831E-D9F2-3CDFCBD1E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D8F96F-3A80-5423-AB24-731248FDF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FF7F8-13BE-AAFD-95E9-1AA82BB485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2C7B8E-52AE-445C-842A-0103A6D9A61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197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32E49-8116-4690-9DE2-DA77DA87749E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13764-0F65-49FD-A724-5FF6947B01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0423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32E49-8116-4690-9DE2-DA77DA87749E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13764-0F65-49FD-A724-5FF6947B01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6293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32E49-8116-4690-9DE2-DA77DA87749E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13764-0F65-49FD-A724-5FF6947B01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5546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32E49-8116-4690-9DE2-DA77DA87749E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13764-0F65-49FD-A724-5FF6947B01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267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32E49-8116-4690-9DE2-DA77DA87749E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13764-0F65-49FD-A724-5FF6947B01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7197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32E49-8116-4690-9DE2-DA77DA87749E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13764-0F65-49FD-A724-5FF6947B01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00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32E49-8116-4690-9DE2-DA77DA87749E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13764-0F65-49FD-A724-5FF6947B01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0927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32E49-8116-4690-9DE2-DA77DA87749E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13764-0F65-49FD-A724-5FF6947B01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9741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32E49-8116-4690-9DE2-DA77DA87749E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13764-0F65-49FD-A724-5FF6947B01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0290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32E49-8116-4690-9DE2-DA77DA87749E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13764-0F65-49FD-A724-5FF6947B01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030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32E49-8116-4690-9DE2-DA77DA87749E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13764-0F65-49FD-A724-5FF6947B01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670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632E49-8116-4690-9DE2-DA77DA87749E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13764-0F65-49FD-A724-5FF6947B01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406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FD70693-50E9-4800-4751-45F31660196B}"/>
              </a:ext>
            </a:extLst>
          </p:cNvPr>
          <p:cNvSpPr txBox="1"/>
          <p:nvPr/>
        </p:nvSpPr>
        <p:spPr>
          <a:xfrm>
            <a:off x="365077" y="5608659"/>
            <a:ext cx="55865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Postgame Report Card Sample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996B73-15C6-408F-4628-1A1E2E6374D2}"/>
              </a:ext>
            </a:extLst>
          </p:cNvPr>
          <p:cNvSpPr txBox="1"/>
          <p:nvPr/>
        </p:nvSpPr>
        <p:spPr>
          <a:xfrm>
            <a:off x="2219230" y="6458371"/>
            <a:ext cx="184731" cy="2189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sz="823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EAE8ED-1B8C-2C57-7A15-564F95A2F9F7}"/>
              </a:ext>
            </a:extLst>
          </p:cNvPr>
          <p:cNvSpPr txBox="1"/>
          <p:nvPr/>
        </p:nvSpPr>
        <p:spPr>
          <a:xfrm>
            <a:off x="386668" y="6193434"/>
            <a:ext cx="38498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By </a:t>
            </a:r>
            <a:r>
              <a:rPr lang="tr-TR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Can SAHIN</a:t>
            </a:r>
            <a:endParaRPr lang="en-GB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Created on 27 Oct 2025 </a:t>
            </a:r>
          </a:p>
          <a:p>
            <a:endParaRPr lang="en-GB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D349A0D-C9EA-7155-7B1B-5B54AE101D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3879" y="4640217"/>
            <a:ext cx="2548853" cy="2548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159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EF802-B76F-BC73-C570-9F903E850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E19C886-77F6-1F88-1EEA-63E3C762D30A}"/>
              </a:ext>
            </a:extLst>
          </p:cNvPr>
          <p:cNvSpPr/>
          <p:nvPr/>
        </p:nvSpPr>
        <p:spPr>
          <a:xfrm>
            <a:off x="0" y="-1"/>
            <a:ext cx="9601200" cy="1214121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64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41A68B-B251-5E0D-8EFA-F3D17C5A997C}"/>
              </a:ext>
            </a:extLst>
          </p:cNvPr>
          <p:cNvSpPr txBox="1"/>
          <p:nvPr/>
        </p:nvSpPr>
        <p:spPr>
          <a:xfrm>
            <a:off x="191782" y="269358"/>
            <a:ext cx="5030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bg1"/>
                </a:solidFill>
                <a:ea typeface="Sans Serif Collection" panose="020B0502040504020204" pitchFamily="34" charset="0"/>
                <a:cs typeface="Segoe UI" panose="020B0502040204020203" pitchFamily="34" charset="0"/>
              </a:rPr>
              <a:t>LONDON LIONS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84B4D7-9E17-9CD5-362C-F79EE0C0B204}"/>
              </a:ext>
            </a:extLst>
          </p:cNvPr>
          <p:cNvSpPr txBox="1"/>
          <p:nvPr/>
        </p:nvSpPr>
        <p:spPr>
          <a:xfrm>
            <a:off x="191782" y="746412"/>
            <a:ext cx="48971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>
                <a:solidFill>
                  <a:srgbClr val="B0B0B0"/>
                </a:solidFill>
              </a:rPr>
              <a:t>Postgame Report vs. Chemnitz (22/10/2025) | Round 4</a:t>
            </a:r>
            <a:endParaRPr lang="en-GB" sz="1600" b="1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B7CDD4-A624-39D2-BC67-79A62E86641E}"/>
              </a:ext>
            </a:extLst>
          </p:cNvPr>
          <p:cNvCxnSpPr>
            <a:cxnSpLocks/>
          </p:cNvCxnSpPr>
          <p:nvPr/>
        </p:nvCxnSpPr>
        <p:spPr>
          <a:xfrm>
            <a:off x="0" y="1214127"/>
            <a:ext cx="96012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5B24FBE4-2EF8-23C4-7AF9-FD851DC307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292" y="40587"/>
            <a:ext cx="833229" cy="11038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6082C41-8ED6-72D8-5697-B179B0196C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45" t="12720" r="32790" b="16882"/>
          <a:stretch>
            <a:fillRect/>
          </a:stretch>
        </p:blipFill>
        <p:spPr>
          <a:xfrm>
            <a:off x="8219153" y="29440"/>
            <a:ext cx="948794" cy="1126168"/>
          </a:xfrm>
          <a:prstGeom prst="rect">
            <a:avLst/>
          </a:prstGeom>
        </p:spPr>
      </p:pic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882AEC7-F342-0B39-64D0-E78FB09C5D06}"/>
              </a:ext>
            </a:extLst>
          </p:cNvPr>
          <p:cNvCxnSpPr>
            <a:cxnSpLocks/>
          </p:cNvCxnSpPr>
          <p:nvPr/>
        </p:nvCxnSpPr>
        <p:spPr>
          <a:xfrm>
            <a:off x="6488596" y="1560181"/>
            <a:ext cx="0" cy="6507187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AD75986F-F3F8-B915-0DD7-4A4456E397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60" b="7549"/>
          <a:stretch>
            <a:fillRect/>
          </a:stretch>
        </p:blipFill>
        <p:spPr>
          <a:xfrm>
            <a:off x="191781" y="1523310"/>
            <a:ext cx="6097900" cy="93131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C5391AC-30B4-F218-0582-2B72BDF561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70"/>
          <a:stretch>
            <a:fillRect/>
          </a:stretch>
        </p:blipFill>
        <p:spPr>
          <a:xfrm>
            <a:off x="177789" y="2448181"/>
            <a:ext cx="6111891" cy="2954595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1BD556F0-682E-7943-4FD5-87328D2C1F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788" y="5378222"/>
            <a:ext cx="6111893" cy="280887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70323B5B-4EA0-EE05-4564-5C08286451A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11"/>
          <a:stretch>
            <a:fillRect/>
          </a:stretch>
        </p:blipFill>
        <p:spPr>
          <a:xfrm>
            <a:off x="191772" y="8139492"/>
            <a:ext cx="4977766" cy="4663625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D0CD07E0-5248-8D72-FC8B-598D9427BCA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956" y="8183654"/>
            <a:ext cx="4278130" cy="2057144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E0ABB1FD-69F5-4618-FB57-815C5F9D623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955" y="10168707"/>
            <a:ext cx="4389237" cy="2633542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A06BD0D5-1105-1F9A-23CA-180D9F8A296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1217" y="1689213"/>
            <a:ext cx="3006421" cy="1503211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7196A5D4-7CC0-1DCD-706E-16A67768029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1217" y="3290540"/>
            <a:ext cx="3006421" cy="4880422"/>
          </a:xfrm>
          <a:prstGeom prst="rect">
            <a:avLst/>
          </a:prstGeom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30A762A-AB81-9F7F-A178-9CD0F77858AE}"/>
              </a:ext>
            </a:extLst>
          </p:cNvPr>
          <p:cNvCxnSpPr>
            <a:cxnSpLocks/>
          </p:cNvCxnSpPr>
          <p:nvPr/>
        </p:nvCxnSpPr>
        <p:spPr>
          <a:xfrm flipH="1">
            <a:off x="234114" y="8232145"/>
            <a:ext cx="9132972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1331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3037B-9DD3-06E2-5520-C255DBC3E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6130E45-D6C1-0880-5336-04EEFBDF3E1D}"/>
              </a:ext>
            </a:extLst>
          </p:cNvPr>
          <p:cNvSpPr/>
          <p:nvPr/>
        </p:nvSpPr>
        <p:spPr>
          <a:xfrm>
            <a:off x="0" y="-1"/>
            <a:ext cx="9601200" cy="1214121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64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F34F99-DA00-CE1B-1740-E1C83913BDBE}"/>
              </a:ext>
            </a:extLst>
          </p:cNvPr>
          <p:cNvSpPr txBox="1"/>
          <p:nvPr/>
        </p:nvSpPr>
        <p:spPr>
          <a:xfrm>
            <a:off x="191782" y="269358"/>
            <a:ext cx="5030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bg1"/>
                </a:solidFill>
                <a:ea typeface="Sans Serif Collection" panose="020B0502040504020204" pitchFamily="34" charset="0"/>
                <a:cs typeface="Segoe UI" panose="020B0502040204020203" pitchFamily="34" charset="0"/>
              </a:rPr>
              <a:t>NINERS CHEMNITZ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1AA220-94C7-ABCF-FF70-B34F48454C37}"/>
              </a:ext>
            </a:extLst>
          </p:cNvPr>
          <p:cNvSpPr txBox="1"/>
          <p:nvPr/>
        </p:nvSpPr>
        <p:spPr>
          <a:xfrm>
            <a:off x="191782" y="746412"/>
            <a:ext cx="44884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>
                <a:solidFill>
                  <a:srgbClr val="B0B0B0"/>
                </a:solidFill>
              </a:rPr>
              <a:t>Postgame Report vs. Lions (22/10/2025) | Round 4</a:t>
            </a:r>
            <a:endParaRPr lang="en-GB" sz="1600" b="1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E41C2F-BCBD-ABFE-A06C-CB6EF5FCBDFD}"/>
              </a:ext>
            </a:extLst>
          </p:cNvPr>
          <p:cNvCxnSpPr>
            <a:cxnSpLocks/>
          </p:cNvCxnSpPr>
          <p:nvPr/>
        </p:nvCxnSpPr>
        <p:spPr>
          <a:xfrm>
            <a:off x="0" y="1214127"/>
            <a:ext cx="96012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C5415EE9-6C5B-DBCE-926D-D4EFC64500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45" t="12720" r="32790" b="16882"/>
          <a:stretch>
            <a:fillRect/>
          </a:stretch>
        </p:blipFill>
        <p:spPr>
          <a:xfrm>
            <a:off x="8219153" y="29440"/>
            <a:ext cx="948794" cy="112616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7F5DF2-CB22-C0AA-BC9C-3C3BA5F848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8964" y="16655"/>
            <a:ext cx="1190189" cy="11901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A29414-ADD3-8B42-078E-CDEC09827B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81" y="1561518"/>
            <a:ext cx="6234659" cy="11404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477B5AE-450B-FB20-09E3-B8040BDCB0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55"/>
          <a:stretch>
            <a:fillRect/>
          </a:stretch>
        </p:blipFill>
        <p:spPr>
          <a:xfrm>
            <a:off x="191777" y="2661784"/>
            <a:ext cx="6234663" cy="264138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B95E90D-C8D2-8673-F9CF-78839B2672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79" y="5384991"/>
            <a:ext cx="6234657" cy="250712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1A1986A-65D5-F56E-B96E-ECAC59152A0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08"/>
          <a:stretch>
            <a:fillRect/>
          </a:stretch>
        </p:blipFill>
        <p:spPr>
          <a:xfrm>
            <a:off x="191781" y="7824040"/>
            <a:ext cx="5294620" cy="496064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E7254E8-D6A1-9BC4-F7E6-A4D387F0B5F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4214" y="8071472"/>
            <a:ext cx="4145206" cy="199322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00CFE0B-11D0-7EBA-6FF8-E0A341425E7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1" r="2989"/>
          <a:stretch>
            <a:fillRect/>
          </a:stretch>
        </p:blipFill>
        <p:spPr>
          <a:xfrm>
            <a:off x="5722374" y="10218949"/>
            <a:ext cx="3793102" cy="252478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0325BC9B-CD53-ECF2-0964-ACAEFFC4EBD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7024" y="1644651"/>
            <a:ext cx="2868442" cy="14342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3A19A6E-0A3A-EA8F-7269-6968A7ECE38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7023" y="3251078"/>
            <a:ext cx="2868433" cy="4656424"/>
          </a:xfrm>
          <a:prstGeom prst="rect">
            <a:avLst/>
          </a:prstGeom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958729F-6CB7-E300-F3DF-3F7B8FBE8C30}"/>
              </a:ext>
            </a:extLst>
          </p:cNvPr>
          <p:cNvCxnSpPr>
            <a:cxnSpLocks/>
          </p:cNvCxnSpPr>
          <p:nvPr/>
        </p:nvCxnSpPr>
        <p:spPr>
          <a:xfrm flipH="1">
            <a:off x="191780" y="7990963"/>
            <a:ext cx="9129201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B008B1D-FDAF-6C97-DFB1-B3E630667E82}"/>
              </a:ext>
            </a:extLst>
          </p:cNvPr>
          <p:cNvCxnSpPr>
            <a:cxnSpLocks/>
          </p:cNvCxnSpPr>
          <p:nvPr/>
        </p:nvCxnSpPr>
        <p:spPr>
          <a:xfrm flipV="1">
            <a:off x="6594601" y="1528605"/>
            <a:ext cx="0" cy="6383905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5207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12422</TotalTime>
  <Words>41</Words>
  <Application>Microsoft Office PowerPoint</Application>
  <PresentationFormat>A3 Paper (297x420 mm)</PresentationFormat>
  <Paragraphs>10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Sans Serif Collection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Can Sahin</dc:creator>
  <cp:lastModifiedBy>Can Sahin</cp:lastModifiedBy>
  <cp:revision>51</cp:revision>
  <dcterms:created xsi:type="dcterms:W3CDTF">2025-10-21T01:39:25Z</dcterms:created>
  <dcterms:modified xsi:type="dcterms:W3CDTF">2025-10-29T16:45:16Z</dcterms:modified>
</cp:coreProperties>
</file>